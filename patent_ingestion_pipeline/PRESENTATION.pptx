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7C3AED"/>
                </a:solidFill>
              </a:defRPr>
            </a:pPr>
            <a:r>
              <a:t>Patent Ingestion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Automated extraction, validation &amp; review of patent synthesis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🔍 Manual Patent Data Extraction is Slow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Reading patent documents one by one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Manually extracting reaction conditions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Validating chemical structures (SMILES)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⚠️ LLMs Hallucinate Chemical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Generated SMILES may not be valid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No automatic verification or confidence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No human feedback loop for correction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Collects patents from web (Scrapling) + PDFs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Parses with Qwen LLM (vLLM on Savio GPU)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Validates chemistry (RDKit + PubChem cross-check)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Scores confidence (multi-pass verification pipeline)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Enables human review (web UI with modal editing)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Logs corrections (active learning for retraining)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Web URLs → Scrapling → Raw Documents (SQLite)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       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PDF Collector → pdfplumber → Extract text/tables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       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Parse Queue → LLM Parser (Qwen/vLLM on Savio)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       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Chemistry NER ← OPSIN, RDKit, PubChem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       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Canonicalization &amp; Confidence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       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Database (SQLite) → Web UI (FastAPI + Jinja2)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          ↓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Human Review &amp; Active Learning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Key Features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Web Collection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Scrapling-based scraping + PDF download &amp; text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LLM-Powered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Qwen 27B via vLLM returns structured JSON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Multi-Pass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LLM → NER → SMILES canonicalization → PubChem cross-check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Chemistry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RDKit SMILES validation, PubChem lookup, yield/temp extraction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Key Features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Human-in-the-Loop UI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Web interface at http://127.0.0.1:8001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Modal Editing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Click "Edit" on reaction → modal → change SMILES/notes → AJAX save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Batch 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Dedicated page for low-confidence reactions (&lt;0.6)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Active Learning Logging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Every correction stored (user, timestamp, old/new values)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3AED"/>
                </a:solidFill>
              </a:defRPr>
            </a:pPr>
            <a:r>
              <a:t>Database Schema (SQLite)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Tables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patents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title, abstract, inventors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domain_tags, reviewed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reactions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product_smiles, confidence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yield, temp, catalyst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raw_documents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source_url, fetched_at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raw_text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Indexes &amp; Features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FTS5 - full-text search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parse_queue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async worker orchestration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active_learning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correction logs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Semantic index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FAISS (optional)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Web UI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📋 Review Queue (/)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List all patents, sorted by review status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📄 Patent Detail (/patent/{id})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View patent title, abstract, reactions with edit buttons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🔍 Batch Review (/batch_review)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Filter to low-confidence reactions, bulk-correct with modal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🔎 Search (/search?q=...)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Full-text search across patents and reactions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Chemistry Validation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Confidence scoring prevents storing bad SMILES: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1️⃣ RDKit Canonicalization (60 pts)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SMILES valid → extract canonical form → +0.6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2️⃣ PubChem Cross-Check (40 pts)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Query PubChem for canonical SMILES → agreement → +0.4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3️⃣ Final Score: 0.0–1.0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Reactions &lt;0.6 flagged for human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3AED"/>
                </a:solidFill>
              </a:defRPr>
            </a:pPr>
            <a:r>
              <a:t>Running on Savio (Berkeley Lab)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vLLM Setup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Qwen 27B in Apptainer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OpenAI-compatible API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/v1/chat/completions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Slurm job: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- 1 A40 GPU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savio3_gpu partition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- 2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Access from Local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SSH tunnel: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ssh -L 8000:node:8000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user@savio.lbl.gov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.env points to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http://127.0.0.1:8000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Worker calls LLM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  transparently via HTTP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CLI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# Initialize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python -m patent_pipeline.cli init_db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# Collect patents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python -m patent_pipeline.cli collect "https://..."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# Enqueue for parsing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python -m patent_pipeline.cli enqueue_all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# Run worker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python -m patent_pipeline.cli run_worker \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--base-url http://127.0.0.1:8000 --model qwen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# Start web UI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python -m patent_pipeline.cli runserver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7C3AED"/>
                </a:solidFill>
              </a:defRPr>
            </a:pPr>
            <a:r>
              <a:t>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✓ Working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Web UI (no auth errors)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Database + indexing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Batch review page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Modal editing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CLI commands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Scrapling installed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• Chemistry 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⚠️ Partial / 🔴 Pending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⚠️ RDKit (Windows — optional)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⚠️ OPSIN (Windows — optional)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⚠️ PubChem (needs network)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🔴 vLLM endpoint (building)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🔴 End-to-end parse (need vLLM)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🔴 Multi-worker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EEF2FF"/>
                </a:solidFill>
              </a:defRPr>
            </a:pPr>
            <a:r>
              <a:t>🔴 Semantic search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✓ Smoke Tests Passed: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UI root endpoint returns HTTP 200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Batch review page returns HTTP 200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Browser loads review queue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Scrapling imports (v0.4.8)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Database initialization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Chemistry NER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⏳ Pending Tests: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Full parse job (need vLLM endpoint)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Active learning logging e2e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• Multi-worker orchestration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1️⃣ Confirm vLLM endpoint — monitor Savio job, test reachability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2️⃣ Run end-to-end test — 1 URL → enqueue → parse → 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3️⃣ Install optional deps — RDKit, OPSIN (offline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4️⃣ Add test suite — pytest with DB fixtures, mocked vLLM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5️⃣ Scale workers — Redis queue or multiprocessing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6️⃣ Implement retraining — active learning → fine-tune Qwen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7️⃣ Add semantic search — FAISS indexing on demand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7C3AED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🚀 What You Get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Fully automated patent synthesis data extraction &amp; human-in-the-loop review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🔧 Built With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Scrapling, Qwen, RDKit/PubChem, SQLite, FastAPI, Savio GPU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📈 Scales From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Hobby/research (local SQLite) to production (Redis + multiple workers)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🧠 Learns From Feedback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EEF2FF"/>
                </a:solidFill>
              </a:defRPr>
            </a:pPr>
            <a:r>
              <a:t>   Active learning logs enable retraining &amp; confidence boosting over time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7C3AED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94A3B8"/>
                </a:solidFill>
              </a:defRPr>
            </a:pPr>
            <a:r>
              <a:t>Patent Ingestion Pipeline — Ready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Repository: SynAgent / patent_ingestion_pipeline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Documentation: ARCHITECTURE.md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94A3B8"/>
                </a:solidFill>
              </a:defRPr>
            </a:pPr>
            <a:r>
              <a:t>Status: MVP ✓ | Savio Ready ✓ | Production-Ready (pending vLLM e2e test)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